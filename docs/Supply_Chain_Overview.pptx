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Supply Chain Disruption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DD3FC"/>
                </a:solidFill>
              </a:defRPr>
            </a:pPr>
            <a:r>
              <a:t>&amp; Fleet Utilization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2E8F0"/>
                </a:solidFill>
              </a:defRPr>
            </a:pPr>
            <a:r>
              <a:t>AI-powered resilience, intelligent rerouting, fleet redeployment and cold-chain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00600"/>
            <a:ext cx="32004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919472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276088"/>
            <a:ext cx="2871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Smart logistics decision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800600"/>
            <a:ext cx="32004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4919472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5276088"/>
            <a:ext cx="2871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Team Name: __________________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800600"/>
            <a:ext cx="32004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4919472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5276088"/>
            <a:ext cx="2871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IBM Technology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Why modern logistics operations need an intelligent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44752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WHAT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01368"/>
            <a:ext cx="3145536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• Weather events, port strikes and geopolitical crises disrupt active shipments.</a:t>
            </a:r>
            <a:br/>
            <a:br/>
            <a:r>
              <a:t>• Disruptions cascade across many orders and routes.</a:t>
            </a:r>
            <a:br/>
            <a:br/>
            <a:r>
              <a:t>• Fleet assets remain idle while other routes are overloaded.</a:t>
            </a:r>
            <a:br/>
            <a:br/>
            <a:r>
              <a:t>• Cold-chain temperature excursions can spoil high-value cargo.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7472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44752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WHO HAS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01368"/>
            <a:ext cx="3145536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• Logistics control towers</a:t>
            </a:r>
            <a:br/>
            <a:r>
              <a:t>• 3PL and courier operators</a:t>
            </a:r>
            <a:br/>
            <a:r>
              <a:t>• Fleet managers</a:t>
            </a:r>
            <a:br/>
            <a:r>
              <a:t>• Pharma, food and biotech shippers</a:t>
            </a:r>
            <a:br/>
            <a:r>
              <a:t>• Warehouse and transportation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47472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44752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01368"/>
            <a:ext cx="3145536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• Late deliveries and penalties</a:t>
            </a:r>
            <a:br/>
            <a:r>
              <a:t>• Higher fuel and emergency shipping costs</a:t>
            </a:r>
            <a:br/>
            <a:r>
              <a:t>• Poor asset utilization</a:t>
            </a:r>
            <a:br/>
            <a:r>
              <a:t>• Regulatory non-compliance</a:t>
            </a:r>
            <a:br/>
            <a:r>
              <a:t>• Product loss and customer dissatisfaction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One intelligent control tower for disruption response and fleet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240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1.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Live disruption + IoT feeds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331720"/>
            <a:ext cx="4572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2240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2. Identify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Affected shipments &amp; risk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2331720"/>
            <a:ext cx="45720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2240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3. Recommend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Reroute, courier or asset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41080" y="2331720"/>
            <a:ext cx="457200" cy="32004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720" y="1920240"/>
            <a:ext cx="2240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4.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68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Track ETA, capacity &amp; 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2340"/>
                </a:solidFill>
              </a:defRPr>
            </a:pPr>
            <a:r>
              <a:t>Bot output: “Shipment SH-104 is affected by Port Strike A. Reroute via Hub B, assign Vehicle V-22, and flag temperature risk as Critical.”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4748B"/>
                </a:solidFill>
              </a:defRPr>
            </a:pPr>
            <a:r>
              <a:t>The system turns fragmented operational data into explainable, prioritized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Event-driven AI workflow with operational and sensor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3327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371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Weather / port alerts • shipment TMS • GPS / fleet • cold-chain IoT sensors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3327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Integration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514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IBM Event Streams / APIs • ingestion • normalization • real-time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20440"/>
            <a:ext cx="103327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Intelligence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657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IBM watsonx.ai assistant • rules + risk scoring • route and asset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3327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Action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8006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Dashboard • alerts • rerouting recommendations • escalation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340"/>
                </a:solidFill>
              </a:defRPr>
            </a:pPr>
            <a:r>
              <a:t>Core logic: disruption → shipment impact graph → alternatives → feasibility check → recommendation → human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Demo /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What the user sees and what the bot can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5331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Disruption Impact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Highlights affected shipments, hubs, routes and estimated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35331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Smart Rerouting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70992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Suggests alternate corridors, courier partners and revised ETAs.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207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Fleet Redeployment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21868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Matches idle vehicles/assets to overloaded routes based on capacity, location and readiness.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74320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86207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Cold Chain Sentinel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21868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Reads sensor logs, detects excursions and classifies severity: Advisory / Major / Critical.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51960"/>
            <a:ext cx="507492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7083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Action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727448"/>
            <a:ext cx="47457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Explains why a recommendation was made and creates an operator-ready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5715000"/>
            <a:ext cx="50292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5833872"/>
            <a:ext cx="4700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6190488"/>
            <a:ext cx="4700016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Critical temperature breach detected 42 km before delivery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IBM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How IBM services support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watsonx.ai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14300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Powers the conversational assistant, summarization, reasoning and natural-language explanations.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watsonx.data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Provides governed access to shipment, fleet, route and sensor datasets.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Event Streams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6324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Streams disruption alerts, GPS events and IoT telemetry in near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Cloud / Code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2336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Hosts APIs, orchestration services and scalable bot workloads.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IBM Cognos / Dashboard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98348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</a:defRPr>
            </a:pPr>
            <a:r>
              <a:t>Visualizes KPIs: affected shipments, risk, utilization, ETA and savings.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Expected Results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Success is measured through faster decisions, lower risk and better asset productivity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30–50%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faster disruption triage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10–20%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better fleet utilization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1224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4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25%+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fewer avoidable late deliveries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936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6096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Early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for temperature excursions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56648" y="1828800"/>
            <a:ext cx="19659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93808" y="2148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340"/>
                </a:solidFill>
              </a:defRPr>
            </a:pPr>
            <a:r>
              <a:t>Lower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28346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from fewer emergency reroutes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340"/>
                </a:solidFill>
              </a:defRPr>
            </a:pPr>
            <a:r>
              <a:t>Operational outcome: fewer surprises, more informed decisions, safer cargo and a resilient supply chain.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Metrics are pilot targets to validate during deployment using baseline vs. post-launch comparisons.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</a:defRPr>
            </a:pPr>
            <a:r>
              <a:t>Team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Ownership of the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43000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261872"/>
            <a:ext cx="9912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Member 1: 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618488"/>
            <a:ext cx="991209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AI assistant, prompts, disruption 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30552"/>
            <a:ext cx="9912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Member 2: 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87168"/>
            <a:ext cx="991209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Backend APIs, event ingestion, data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80360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999232"/>
            <a:ext cx="9912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Member 3: 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355848"/>
            <a:ext cx="991209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Dashboard/UI, shipment and fleet visualizations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867911"/>
            <a:ext cx="9912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Member 4: 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24527"/>
            <a:ext cx="991209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Optimization logic, cold-chain severity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36592"/>
            <a:ext cx="9912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Member 5: __________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093208"/>
            <a:ext cx="991209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Testing, documentation, demo and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340"/>
                </a:solidFill>
              </a:defRPr>
            </a:pPr>
            <a:r>
              <a:t>Thank you • Questions?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