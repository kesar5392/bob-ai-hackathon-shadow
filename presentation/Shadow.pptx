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9" d="100"/>
          <a:sy n="79" d="100"/>
        </p:scale>
        <p:origin x="164" y="-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Supply Chain Disruption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65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DD3FC"/>
                </a:solidFill>
              </a:defRPr>
            </a:pPr>
            <a:r>
              <a:t>&amp; Fleet Utilization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2E8F0"/>
                </a:solidFill>
              </a:defRPr>
            </a:pPr>
            <a:r>
              <a:t>AI-powered resilience, intelligent rerouting, fleet redeployment and cold-chain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00600"/>
            <a:ext cx="320040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919472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276088"/>
            <a:ext cx="2871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Smart logistics decision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4800600"/>
            <a:ext cx="320040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16552" y="4919472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5276088"/>
            <a:ext cx="2871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rPr dirty="0"/>
              <a:t>Team Name: </a:t>
            </a:r>
            <a:r>
              <a:rPr lang="en-IN" dirty="0"/>
              <a:t>Shadow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772400" y="4800600"/>
            <a:ext cx="320040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4919472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5276088"/>
            <a:ext cx="2871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IBM Technology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</a:defRPr>
            </a:pPr>
            <a:r>
              <a:t>Why modern logistics operations need an intelligent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44752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WHAT PROBLEM?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01368"/>
            <a:ext cx="3145536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• Weather events, port strikes and geopolitical crises disrupt active shipments.</a:t>
            </a:r>
            <a:br/>
            <a:br/>
            <a:r>
              <a:t>• Disruptions cascade across many orders and routes.</a:t>
            </a:r>
            <a:br/>
            <a:br/>
            <a:r>
              <a:t>• Fleet assets remain idle while other routes are overloaded.</a:t>
            </a:r>
            <a:br/>
            <a:br/>
            <a:r>
              <a:t>• Cold-chain temperature excursions can spoil high-value cargo.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7472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444752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WHO HAS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01368"/>
            <a:ext cx="3145536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• Logistics control towers</a:t>
            </a:r>
            <a:br/>
            <a:r>
              <a:t>• 3PL and courier operators</a:t>
            </a:r>
            <a:br/>
            <a:r>
              <a:t>• Fleet managers</a:t>
            </a:r>
            <a:br/>
            <a:r>
              <a:t>• Pharma, food and biotech shippers</a:t>
            </a:r>
            <a:br/>
            <a:r>
              <a:t>• Warehouse and transportation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47472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444752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01368"/>
            <a:ext cx="3145536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• Late deliveries and penalties</a:t>
            </a:r>
            <a:br/>
            <a:r>
              <a:t>• Higher fuel and emergency shipping costs</a:t>
            </a:r>
            <a:br/>
            <a:r>
              <a:t>• Poor asset utilization</a:t>
            </a:r>
            <a:br/>
            <a:r>
              <a:t>• Regulatory non-compliance</a:t>
            </a:r>
            <a:br/>
            <a:r>
              <a:t>• Product loss and customer dissatisfaction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</a:defRPr>
            </a:pPr>
            <a:r>
              <a:t>One intelligent control tower for disruption response and fleet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24028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1. 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Live disruption + IoT feeds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71800" y="2331720"/>
            <a:ext cx="45720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20440" y="1920240"/>
            <a:ext cx="224028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2. Identify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Affected shipments &amp; risk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06440" y="2331720"/>
            <a:ext cx="457200" cy="32004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5080" y="1920240"/>
            <a:ext cx="224028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3. Recommend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Reroute, courier or asset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41080" y="2331720"/>
            <a:ext cx="457200" cy="320040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89720" y="1920240"/>
            <a:ext cx="224028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2103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4. 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468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Track ETA, capacity &amp; temperature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</a:defRPr>
            </a:pPr>
            <a:r>
              <a:t>Bot output: “Shipment SH-104 is affected by Port Strike A. Reroute via Hub B, assign Vehicle V-22, and flag temperature risk as Critical.”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748B"/>
                </a:solidFill>
              </a:defRPr>
            </a:pPr>
            <a:r>
              <a:t>The system turns fragmented operational data into explainable, prioritized 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</a:defRPr>
            </a:pPr>
            <a:r>
              <a:t>Event-driven AI workflow with operational and sensor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1033272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371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3716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Weather / port alerts • shipment TMS • GPS / fleet • cold-chain IoT sensors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1033272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514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Integration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5146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IBM Event Streams / APIs • ingestion • normalization • real-time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520440"/>
            <a:ext cx="1033272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657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A580C"/>
                </a:solidFill>
              </a:defRPr>
            </a:pPr>
            <a:r>
              <a:t>Intelligence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6576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IBM watsonx.ai assistant • rules + risk scoring • route and asset optimization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63440"/>
            <a:ext cx="1033272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Action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8006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Dashboard • alerts • rerouting recommendations • escalation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97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340"/>
                </a:solidFill>
              </a:defRPr>
            </a:pPr>
            <a:r>
              <a:t>Core logic: disruption → shipment impact graph → alternatives → feasibility check → recommendation → human approval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Demo /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</a:defRPr>
            </a:pPr>
            <a:r>
              <a:t>What the user sees and what the bot can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07492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5331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Disruption Impact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4745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Highlights affected shipments, hubs, routes and estimated delay.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07492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9672" y="135331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Smart Rerouting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709928"/>
            <a:ext cx="4745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Suggests alternate corridors, courier partners and revised ETAs.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507492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86207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Fleet Redeployment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218688"/>
            <a:ext cx="4745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Matches idle vehicles/assets to overloaded routes based on capacity, location and readiness.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743200"/>
            <a:ext cx="507492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286207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Cold Chain Sentinel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218688"/>
            <a:ext cx="4745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Reads sensor logs, detects excursions and classifies severity: Advisory / Major / Critical.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51960"/>
            <a:ext cx="507492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37083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Action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727448"/>
            <a:ext cx="4745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Explains why a recommendation was made and creates an operator-ready 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5715000"/>
            <a:ext cx="502920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30752" y="5833872"/>
            <a:ext cx="4700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5992" y="6092089"/>
            <a:ext cx="470001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rPr dirty="0"/>
              <a:t>Critical temperature breach detected 42 km before delivery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IBM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</a:defRPr>
            </a:pPr>
            <a:r>
              <a:t>How IBM services support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IBM watsonx.ai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14300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Powers the conversational assistant, summarization, reasoning and natural-language explanations.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IBM watsonx.data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0312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Provides governed access to shipment, fleet, route and sensor datasets.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IBM Event Streams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06324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Streams disruption alerts, GPS events and IoT telemetry in near real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IBM Cloud / Code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02336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Hosts APIs, orchestration services and scalable bot workloads.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IBM Cognos / Dashboard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98348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Visualizes KPIs: affected shipments, risk, utilization, ETA and savings.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Expected Results /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</a:defRPr>
            </a:pPr>
            <a:r>
              <a:t>Success is measured through faster decisions, lower risk and better asset productivity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9659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340"/>
                </a:solidFill>
              </a:defRPr>
            </a:pPr>
            <a:r>
              <a:t>30–50%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faster disruption triage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3512" y="1828800"/>
            <a:ext cx="19659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0672" y="2148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340"/>
                </a:solidFill>
              </a:defRPr>
            </a:pPr>
            <a:r>
              <a:t>10–20%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8346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better fleet utilization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21224" y="1828800"/>
            <a:ext cx="19659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58384" y="2148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340"/>
                </a:solidFill>
              </a:defRPr>
            </a:pPr>
            <a:r>
              <a:t>25%+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8384" y="28346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fewer avoidable late deliveries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88936" y="1828800"/>
            <a:ext cx="19659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26096" y="2148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340"/>
                </a:solidFill>
              </a:defRPr>
            </a:pPr>
            <a:r>
              <a:t>Early 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28346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for temperature excursions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56648" y="1828800"/>
            <a:ext cx="19659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93808" y="2148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340"/>
                </a:solidFill>
              </a:defRPr>
            </a:pPr>
            <a:r>
              <a:t>Lower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8" y="28346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from fewer emergency reroutes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22340"/>
                </a:solidFill>
              </a:defRPr>
            </a:pPr>
            <a:r>
              <a:t>Operational outcome: fewer surprises, more informed decisions, safer cargo and a resilient supply chain.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Metrics are pilot targets to validate during deployment using baseline vs. post-launch comparisons.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Team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</a:defRPr>
            </a:pPr>
            <a:r>
              <a:t>Ownership of the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85093"/>
            <a:ext cx="1024128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1703965"/>
            <a:ext cx="9912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Member 1: </a:t>
            </a:r>
            <a:r>
              <a:rPr lang="en-IN" dirty="0"/>
              <a:t>Keya Dobaria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77824" y="1946727"/>
            <a:ext cx="9912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rPr lang="en-IN" dirty="0"/>
              <a:t>Backend APIs, event ingestion, data model and Testing, documentation, demo and presentation</a:t>
            </a:r>
          </a:p>
          <a:p>
            <a:pPr>
              <a:defRPr sz="1200" b="0">
                <a:solidFill>
                  <a:srgbClr val="1E293B"/>
                </a:solidFill>
              </a:defRPr>
            </a:pP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13232" y="2453773"/>
            <a:ext cx="1024128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572645"/>
            <a:ext cx="9912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rPr dirty="0"/>
              <a:t>Member 2: </a:t>
            </a:r>
            <a:r>
              <a:rPr lang="en-IN" dirty="0"/>
              <a:t>Avika Mistry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77824" y="2830175"/>
            <a:ext cx="9912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rPr lang="en-IN" dirty="0"/>
              <a:t>AI assistant, prompts, disruption reasoning</a:t>
            </a:r>
          </a:p>
          <a:p>
            <a:pPr>
              <a:defRPr sz="1200" b="0">
                <a:solidFill>
                  <a:srgbClr val="1E293B"/>
                </a:solidFill>
              </a:defRPr>
            </a:pP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13232" y="3322453"/>
            <a:ext cx="1024128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3441325"/>
            <a:ext cx="9912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rPr dirty="0"/>
              <a:t>Member 3: </a:t>
            </a:r>
            <a:r>
              <a:rPr lang="en-IN" dirty="0"/>
              <a:t>Isha Shah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59536" y="3688213"/>
            <a:ext cx="9912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rPr dirty="0"/>
              <a:t>Dashboard/UI, shipment and fleet visualizations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191132"/>
            <a:ext cx="1024128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310004"/>
            <a:ext cx="9912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Member 4: </a:t>
            </a:r>
            <a:r>
              <a:rPr lang="en-IN" dirty="0"/>
              <a:t>Pearl Shah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77824" y="4520317"/>
            <a:ext cx="9912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rPr dirty="0"/>
              <a:t>Optimization logic, cold-chain severity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787033"/>
            <a:ext cx="10241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2340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671</Words>
  <Application>Microsoft Office PowerPoint</Application>
  <PresentationFormat>Widescreen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Keya</dc:creator>
  <cp:keywords/>
  <dc:description>generated using python-pptx</dc:description>
  <cp:lastModifiedBy>Keya Dobaria</cp:lastModifiedBy>
  <cp:revision>2</cp:revision>
  <dcterms:created xsi:type="dcterms:W3CDTF">2013-01-27T09:14:16Z</dcterms:created>
  <dcterms:modified xsi:type="dcterms:W3CDTF">2026-09-15T16:48:32Z</dcterms:modified>
  <cp:category/>
</cp:coreProperties>
</file>